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4CC1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RythuMitra AI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Irrigation and AI Crop Doctor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F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farming assistance system for sustainable agriculture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2500040187 – R.A.E.N Manogna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2510040112 – B. Thanu Sree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2510040043 – M. Sravani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2510040091 – G. Vaishnavi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or insufficient irrigation affects crop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19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timely advice on soil conditions and crop problems.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363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is hard to track without suitable measurements.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1363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and market information can be hard to access.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affordable, technology-based farming assistant that supports irrigation monitoring and provides agricultural guidance.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RythuMitra AI? </a:t>
            </a:r>
            <a:pPr indent="0" marL="0">
              <a:buNone/>
            </a:pPr>
            <a:r>
              <a:rPr lang="en-US" sz="15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farming assistance prototype combining hardware, software and AI-based guidance.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7568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monitoring (Arduino + sensor)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8745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07568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irrigation-request logic with safety timeout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3580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agricultural assistance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03580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symptom guidance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9592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794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information and farm dashboard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99592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794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Water-flow monitoring capability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Components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" cy="42062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0972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Uno: </a:t>
            </a:r>
            <a:pPr indent="0" marL="0">
              <a:buNone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sensor readings and controls the LEDs.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" cy="42062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2763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 (YL-69): </a:t>
            </a:r>
            <a:pPr indent="0" marL="0">
              <a:buNone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soil electrical response to estimate moisture.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57984"/>
            <a:ext cx="82296" cy="42062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15798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and Yellow LEDs: </a:t>
            </a:r>
            <a:pPr indent="0" marL="0">
              <a:buNone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the irrigation status.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82296" cy="42062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68833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 Sensor: </a:t>
            </a:r>
            <a:pPr indent="0" marL="0">
              <a:buNone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to measure water flow through a pipe.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82296" cy="42062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2186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Breadboard, Resistors, Jumpers: </a:t>
            </a:r>
            <a:pPr indent="0" marL="0">
              <a:buNone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circuit connections.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3108960" cy="2606040"/>
          </a:xfrm>
          <a:prstGeom prst="roundRect">
            <a:avLst>
              <a:gd name="adj" fmla="val 2807"/>
            </a:avLst>
          </a:prstGeom>
          <a:solidFill>
            <a:srgbClr val="1453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1188720"/>
            <a:ext cx="2743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soil sensor gives an analog reading to the Arduino, which processes it and updates the irrigation status.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pump is not connected. Water-flow measurements are demo data in the current prototype.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of Smart Irrigation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3385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 soil condition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3677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averages 10 readings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≥ 450 → dry, irrigation request raised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≤ 400 → wet, request cleared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safety timeout stops simulated request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64845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and status shown on dashboard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35040" y="10972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Yellow: request 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23774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request OFF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timeout stops the simulated request; it does not control a physical pump in the current setup.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and AI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Monitoring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soil readings and irrigation status.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Farmer Assistant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3B model through Ollama.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Doctor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symptoms the user describes.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Information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906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service when internet is available.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FairPrice Calculator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0906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calculation from entered or sample values.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Display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906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demonstrate water-flow information.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brings important farming information together in one interface.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replies, market prices and water-flow values remain demo data where indicated in the current prototype.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453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F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097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 • Arduino Uno • LEDs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09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A30D"/>
                </a:solidFill>
              </a:rPr>
              <a:t>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F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Layer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659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readings • Averaging and thresholds • Serial communication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A30D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453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F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Layer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834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Arduino bridge • Web dashboard • Local AI server (Ollama)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447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A30D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F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703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status • Irrigation request • AI assistance • Weather and farming tools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supplies sensor data to the software; the dashboard presents it in a user-friendly format.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of ECE Subjects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Signal Processing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33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soil sensor readings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10 readings to smooth fluctuations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counting: intended for water-flow measurement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ML and AI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733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3B gives AI farming guidance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decision is threshold-based, not a trained ML model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Crop-disease image classification not implemented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AECD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733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sensor interfacing with Arduino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signals and analog-to-digital conversion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circuits using resistors and digital output pins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signal processing and AI software working together in an agricultural application.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and 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33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monitoring of soil conditions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indication of irrigation requests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timeout in the irrigation logic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information via an AI assistant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readings and software tools in one dashboard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with real water-flow measurement and pump control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94960" y="114300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84CC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252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73352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farms and home gardens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smart-agriculture demos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Water-use monitoring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precision-irrigation solutions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4532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RythuMitra AI demonstrates soil sensing, Arduino-based irrigation logic, a web dashboard and AI-powered agricultural assistance, a foundation for accessible, affordable smart farming.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F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pump driver and water pump for physical irrigation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calibrate the water-flow sensor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ML model for crop-disease classification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reliable, verified live market-price data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multilingual voice interaction and offline functionality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|  RythuMitra AI – Smarter Farming, Better Decisions.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ythuMitra">
  <a:themeElements>
    <a:clrScheme name="RythuMitra">
      <a:dk1>
        <a:srgbClr val="0B2E1A"/>
      </a:dk1>
      <a:lt1>
        <a:srgbClr val="FFFFFF"/>
      </a:lt1>
      <a:dk2>
        <a:srgbClr val="14532D"/>
      </a:dk2>
      <a:lt2>
        <a:srgbClr val="F1F8E9"/>
      </a:lt2>
      <a:accent1>
        <a:srgbClr val="84CC16"/>
      </a:accent1>
      <a:accent2>
        <a:srgbClr val="16A34A"/>
      </a:accent2>
      <a:accent3>
        <a:srgbClr val="FACC15"/>
      </a:accent3>
      <a:accent4>
        <a:srgbClr val="DC2626"/>
      </a:accent4>
      <a:accent5>
        <a:srgbClr val="65A30D"/>
      </a:accent5>
      <a:accent6>
        <a:srgbClr val="166534"/>
      </a:accent6>
      <a:hlink>
        <a:srgbClr val="16A34A"/>
      </a:hlink>
      <a:folHlink>
        <a:srgbClr val="65A30D"/>
      </a:folHlink>
    </a:clrScheme>
    <a:fontScheme name="RythuMitr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2026-10-23T13:25:26Z</dcterms:created>
  <dcterms:modified xsi:type="dcterms:W3CDTF">2026-10-23T13:25:26Z</dcterms:modified>
</cp:coreProperties>
</file>